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787e5d88f24c99" /><Relationship Type="http://schemas.openxmlformats.org/officeDocument/2006/relationships/extended-properties" Target="/docProps/app.xml" Id="R782e4ab635794c31" /><Relationship Type="http://schemas.openxmlformats.org/officeDocument/2006/relationships/officeDocument" Target="/ppt/presentation.xml" Id="Rba2f32f31573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3d701123d4998"/>
  </p:sldMasterIdLst>
  <p:notesMasterIdLst>
    <p:notesMasterId xmlns:r="http://schemas.openxmlformats.org/officeDocument/2006/relationships" r:id="R54a895c4222943d1"/>
  </p:notesMasterIdLst>
  <p:sldIdLst>
    <p:sldId xmlns:r="http://schemas.openxmlformats.org/officeDocument/2006/relationships" id="256" r:id="R72d77c69e7f54039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9ba88d75b445cd" /><Relationship Type="http://schemas.openxmlformats.org/officeDocument/2006/relationships/slideMaster" Target="/ppt/slideMasters/slideMaster1.xml" Id="Rc543d701123d4998" /><Relationship Type="http://schemas.openxmlformats.org/officeDocument/2006/relationships/notesMaster" Target="/ppt/notesMasters/notesMaster1.xml" Id="R54a895c4222943d1" /><Relationship Type="http://schemas.openxmlformats.org/officeDocument/2006/relationships/presProps" Target="/ppt/presProps.xml" Id="R153f4d6795b342fa" /><Relationship Type="http://schemas.openxmlformats.org/officeDocument/2006/relationships/tableStyles" Target="/ppt/tableStyles.xml" Id="R8d90a875491d4f4a" /><Relationship Type="http://schemas.openxmlformats.org/officeDocument/2006/relationships/slide" Target="/ppt/slides/slide1.xml" Id="R72d77c69e7f540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7f0590daa7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71ab37d684b37" /><Relationship Type="http://schemas.openxmlformats.org/officeDocument/2006/relationships/notesMaster" Target="/ppt/notesMasters/notesMaster1.xml" Id="R688beb4bc5ce46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50802802947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f0428a3d954af3" /><Relationship Type="http://schemas.openxmlformats.org/officeDocument/2006/relationships/slideLayout" Target="/ppt/slideLayouts/slideLayout1.xml" Id="R7dd8795be99a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8795be99a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ad03d0817465a" /><Relationship Type="http://schemas.openxmlformats.org/officeDocument/2006/relationships/notesSlide" Target="/ppt/notesSlides/notesSlide1.xml" Id="R4e1a7e82b80d40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card">
            <a:extLst xmlns:a="http://schemas.openxmlformats.org/drawingml/2006/main">
              <a:ext uri="{FF2B5EF4-FFF2-40B4-BE49-F238E27FC236}">
                <a16:creationId xmlns:a16="http://schemas.microsoft.com/office/drawing/2014/main" id="{95EC1D02-A013-454F-87D7-E7964CA7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103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CD9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2" name="hero-spectrum-green">
            <a:extLst xmlns:a="http://schemas.openxmlformats.org/drawingml/2006/main">
              <a:ext uri="{FF2B5EF4-FFF2-40B4-BE49-F238E27FC236}">
                <a16:creationId xmlns:a16="http://schemas.microsoft.com/office/drawing/2014/main" id="{10EEBF76-9F94-431B-A49B-618566CF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220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ero-spectrum-yellow">
            <a:extLst xmlns:a="http://schemas.openxmlformats.org/drawingml/2006/main">
              <a:ext uri="{FF2B5EF4-FFF2-40B4-BE49-F238E27FC236}">
                <a16:creationId xmlns:a16="http://schemas.microsoft.com/office/drawing/2014/main" id="{7DA01351-0D27-4903-9CAF-7CA3927D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00" y="438150"/>
            <a:ext cx="220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ro-spectrum-coral">
            <a:extLst xmlns:a="http://schemas.openxmlformats.org/drawingml/2006/main">
              <a:ext uri="{FF2B5EF4-FFF2-40B4-BE49-F238E27FC236}">
                <a16:creationId xmlns:a16="http://schemas.microsoft.com/office/drawing/2014/main" id="{E94EA826-9491-4F49-89D6-F4637C8F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438150"/>
            <a:ext cx="2203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ero-brand">
            <a:extLst xmlns:a="http://schemas.openxmlformats.org/drawingml/2006/main">
              <a:ext uri="{FF2B5EF4-FFF2-40B4-BE49-F238E27FC236}">
                <a16:creationId xmlns:a16="http://schemas.microsoft.com/office/drawing/2014/main" id="{7B3EF5E2-E85A-46AE-BAF8-B4A9A13E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F004C"/>
                </a:solidFill>
              </a:defRPr>
            </a:pPr>
            <a:r>
              <a:rPr sz="2550" b="1">
                <a:solidFill>
                  <a:srgbClr val="1F004C"/>
                </a:solidFill>
              </a:rPr>
              <a:t>TalentFlow</a:t>
            </a:r>
          </a:p>
        </p:txBody>
      </p:sp>
      <p:sp>
        <p:nvSpPr>
          <p:cNvPr id="6" name="hero-title">
            <a:extLst xmlns:a="http://schemas.openxmlformats.org/drawingml/2006/main">
              <a:ext uri="{FF2B5EF4-FFF2-40B4-BE49-F238E27FC236}">
                <a16:creationId xmlns:a16="http://schemas.microsoft.com/office/drawing/2014/main" id="{C7C222AC-31F6-4EDB-B0F2-8FC99C28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004C"/>
                </a:solidFill>
              </a:defRPr>
            </a:pPr>
            <a:r>
              <a:rPr sz="1800" b="1">
                <a:solidFill>
                  <a:srgbClr val="1F004C"/>
                </a:solidFill>
              </a:rPr>
              <a:t>Interview-Kurzfassung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11FEDD18-B08A-4A42-A1F3-21CFB61A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A4A7A"/>
                </a:solidFill>
              </a:defRPr>
            </a:pPr>
            <a:r>
              <a:rPr sz="1125">
                <a:solidFill>
                  <a:srgbClr val="5A4A7A"/>
                </a:solidFill>
              </a:rPr>
              <a:t>Onepager fuer strukturierte, AGG-konforme Vorbereitung</a:t>
            </a:r>
          </a:p>
        </p:txBody>
      </p:sp>
      <p:sp>
        <p:nvSpPr>
          <p:cNvPr id="8" name="agg-pill">
            <a:extLst xmlns:a="http://schemas.openxmlformats.org/drawingml/2006/main">
              <a:ext uri="{FF2B5EF4-FFF2-40B4-BE49-F238E27FC236}">
                <a16:creationId xmlns:a16="http://schemas.microsoft.com/office/drawing/2014/main" id="{C0D853B4-A630-4A96-900C-49D9723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04850"/>
            <a:ext cx="1285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gg-text">
            <a:extLst xmlns:a="http://schemas.openxmlformats.org/drawingml/2006/main">
              <a:ext uri="{FF2B5EF4-FFF2-40B4-BE49-F238E27FC236}">
                <a16:creationId xmlns:a16="http://schemas.microsoft.com/office/drawing/2014/main" id="{ECF0DE67-7AA1-48FA-8328-41EF2F54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7429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F7A1F"/>
                </a:solidFill>
              </a:defRPr>
            </a:pPr>
            <a:r>
              <a:rPr sz="900" b="1">
                <a:solidFill>
                  <a:srgbClr val="1F7A1F"/>
                </a:solidFill>
              </a:rPr>
              <a:t>AGG-geprueft</a:t>
            </a:r>
          </a:p>
        </p:txBody>
      </p:sp>
      <p:sp>
        <p:nvSpPr>
          <p:cNvPr id="10" name="date-pill">
            <a:extLst xmlns:a="http://schemas.openxmlformats.org/drawingml/2006/main">
              <a:ext uri="{FF2B5EF4-FFF2-40B4-BE49-F238E27FC236}">
                <a16:creationId xmlns:a16="http://schemas.microsoft.com/office/drawing/2014/main" id="{53726680-1194-4BD2-AFAB-0A5B92A4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1047750"/>
            <a:ext cx="12858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ate-text">
            <a:extLst xmlns:a="http://schemas.openxmlformats.org/drawingml/2006/main">
              <a:ext uri="{FF2B5EF4-FFF2-40B4-BE49-F238E27FC236}">
                <a16:creationId xmlns:a16="http://schemas.microsoft.com/office/drawing/2014/main" id="{F0717E2D-1F68-4D66-ABAB-8E07F545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085850"/>
            <a:ext cx="1057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[Datum]</a:t>
            </a:r>
          </a:p>
        </p:txBody>
      </p:sp>
      <p:sp>
        <p:nvSpPr>
          <p:cNvPr id="12" name="meta-1">
            <a:extLst xmlns:a="http://schemas.openxmlformats.org/drawingml/2006/main">
              <a:ext uri="{FF2B5EF4-FFF2-40B4-BE49-F238E27FC236}">
                <a16:creationId xmlns:a16="http://schemas.microsoft.com/office/drawing/2014/main" id="{401E5D8E-CA34-4A70-BDEB-7FB04A40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85950"/>
            <a:ext cx="212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13" name="meta-1-label">
            <a:extLst xmlns:a="http://schemas.openxmlformats.org/drawingml/2006/main">
              <a:ext uri="{FF2B5EF4-FFF2-40B4-BE49-F238E27FC236}">
                <a16:creationId xmlns:a16="http://schemas.microsoft.com/office/drawing/2014/main" id="{21A57014-2573-4962-B376-48DFE54F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19300"/>
            <a:ext cx="189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4A7A"/>
                </a:solidFill>
              </a:defRPr>
            </a:pPr>
            <a:r>
              <a:rPr sz="825" b="1">
                <a:solidFill>
                  <a:srgbClr val="5A4A7A"/>
                </a:solidFill>
              </a:rPr>
              <a:t>[KANDIDAT:IN]</a:t>
            </a:r>
          </a:p>
        </p:txBody>
      </p:sp>
      <p:sp>
        <p:nvSpPr>
          <p:cNvPr id="14" name="meta-1-value">
            <a:extLst xmlns:a="http://schemas.openxmlformats.org/drawingml/2006/main">
              <a:ext uri="{FF2B5EF4-FFF2-40B4-BE49-F238E27FC236}">
                <a16:creationId xmlns:a16="http://schemas.microsoft.com/office/drawing/2014/main" id="{3D2F1BD4-597D-4417-8EC2-D607767B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89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004C"/>
                </a:solidFill>
              </a:defRPr>
            </a:pPr>
            <a:r>
              <a:rPr sz="1050" b="1">
                <a:solidFill>
                  <a:srgbClr val="1F004C"/>
                </a:solidFill>
              </a:rPr>
              <a:t>[Vorname Nachname] - [X] J.</a:t>
            </a:r>
          </a:p>
        </p:txBody>
      </p:sp>
      <p:sp>
        <p:nvSpPr>
          <p:cNvPr id="15" name="meta-2">
            <a:extLst xmlns:a="http://schemas.openxmlformats.org/drawingml/2006/main">
              <a:ext uri="{FF2B5EF4-FFF2-40B4-BE49-F238E27FC236}">
                <a16:creationId xmlns:a16="http://schemas.microsoft.com/office/drawing/2014/main" id="{28628260-E329-4A89-9085-BD8B8BEF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800" y="1885950"/>
            <a:ext cx="212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16" name="meta-2-label">
            <a:extLst xmlns:a="http://schemas.openxmlformats.org/drawingml/2006/main">
              <a:ext uri="{FF2B5EF4-FFF2-40B4-BE49-F238E27FC236}">
                <a16:creationId xmlns:a16="http://schemas.microsoft.com/office/drawing/2014/main" id="{827B0FBA-94B2-4E74-806F-2D55683B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2019300"/>
            <a:ext cx="189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4A7A"/>
                </a:solidFill>
              </a:defRPr>
            </a:pPr>
            <a:r>
              <a:rPr sz="825" b="1">
                <a:solidFill>
                  <a:srgbClr val="5A4A7A"/>
                </a:solidFill>
              </a:rPr>
              <a:t>[ROLLE]</a:t>
            </a:r>
          </a:p>
        </p:txBody>
      </p:sp>
      <p:sp>
        <p:nvSpPr>
          <p:cNvPr id="17" name="meta-2-value">
            <a:extLst xmlns:a="http://schemas.openxmlformats.org/drawingml/2006/main">
              <a:ext uri="{FF2B5EF4-FFF2-40B4-BE49-F238E27FC236}">
                <a16:creationId xmlns:a16="http://schemas.microsoft.com/office/drawing/2014/main" id="{8761E5AE-CFCF-4BD0-8AB8-AC138C47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100" y="2228850"/>
            <a:ext cx="189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004C"/>
                </a:solidFill>
              </a:defRPr>
            </a:pPr>
            <a:r>
              <a:rPr sz="1050" b="1">
                <a:solidFill>
                  <a:srgbClr val="1F004C"/>
                </a:solidFill>
              </a:rPr>
              <a:t>[Job Title]</a:t>
            </a:r>
          </a:p>
        </p:txBody>
      </p:sp>
      <p:sp>
        <p:nvSpPr>
          <p:cNvPr id="18" name="meta-3">
            <a:extLst xmlns:a="http://schemas.openxmlformats.org/drawingml/2006/main">
              <a:ext uri="{FF2B5EF4-FFF2-40B4-BE49-F238E27FC236}">
                <a16:creationId xmlns:a16="http://schemas.microsoft.com/office/drawing/2014/main" id="{5FDF599D-8F6A-43C4-9615-012D0733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50" y="1885950"/>
            <a:ext cx="2127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19" name="meta-3-label">
            <a:extLst xmlns:a="http://schemas.openxmlformats.org/drawingml/2006/main">
              <a:ext uri="{FF2B5EF4-FFF2-40B4-BE49-F238E27FC236}">
                <a16:creationId xmlns:a16="http://schemas.microsoft.com/office/drawing/2014/main" id="{C5A19BE3-2ADD-466E-84CD-CBB773F8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019300"/>
            <a:ext cx="189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A4A7A"/>
                </a:solidFill>
              </a:defRPr>
            </a:pPr>
            <a:r>
              <a:rPr sz="825" b="1">
                <a:solidFill>
                  <a:srgbClr val="5A4A7A"/>
                </a:solidFill>
              </a:rPr>
              <a:t>[TEAM]</a:t>
            </a:r>
          </a:p>
        </p:txBody>
      </p:sp>
      <p:sp>
        <p:nvSpPr>
          <p:cNvPr id="20" name="meta-3-value">
            <a:extLst xmlns:a="http://schemas.openxmlformats.org/drawingml/2006/main">
              <a:ext uri="{FF2B5EF4-FFF2-40B4-BE49-F238E27FC236}">
                <a16:creationId xmlns:a16="http://schemas.microsoft.com/office/drawing/2014/main" id="{61877B17-9832-48A2-BDE5-E8B995CF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650" y="2228850"/>
            <a:ext cx="189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F004C"/>
                </a:solidFill>
              </a:defRPr>
            </a:pPr>
            <a:r>
              <a:rPr sz="1050" b="1">
                <a:solidFill>
                  <a:srgbClr val="1F004C"/>
                </a:solidFill>
              </a:rPr>
              <a:t>[Team / Bereich]</a:t>
            </a:r>
          </a:p>
        </p:txBody>
      </p:sp>
      <p:sp>
        <p:nvSpPr>
          <p:cNvPr id="21" name="summary-line-green">
            <a:extLst xmlns:a="http://schemas.openxmlformats.org/drawingml/2006/main">
              <a:ext uri="{FF2B5EF4-FFF2-40B4-BE49-F238E27FC236}">
                <a16:creationId xmlns:a16="http://schemas.microsoft.com/office/drawing/2014/main" id="{978A3354-FC5D-44CF-B596-D845932B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05100"/>
            <a:ext cx="220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mmary-line-yellow">
            <a:extLst xmlns:a="http://schemas.openxmlformats.org/drawingml/2006/main">
              <a:ext uri="{FF2B5EF4-FFF2-40B4-BE49-F238E27FC236}">
                <a16:creationId xmlns:a16="http://schemas.microsoft.com/office/drawing/2014/main" id="{8807912C-1F5F-4CCA-A11C-E25E6056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00" y="2705100"/>
            <a:ext cx="220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ummary-line-coral">
            <a:extLst xmlns:a="http://schemas.openxmlformats.org/drawingml/2006/main">
              <a:ext uri="{FF2B5EF4-FFF2-40B4-BE49-F238E27FC236}">
                <a16:creationId xmlns:a16="http://schemas.microsoft.com/office/drawing/2014/main" id="{3ACC5509-8308-466D-9DF1-B15F0767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2705100"/>
            <a:ext cx="220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ummary-icon">
            <a:extLst xmlns:a="http://schemas.openxmlformats.org/drawingml/2006/main">
              <a:ext uri="{FF2B5EF4-FFF2-40B4-BE49-F238E27FC236}">
                <a16:creationId xmlns:a16="http://schemas.microsoft.com/office/drawing/2014/main" id="{614D2ABE-6DCC-40AE-A4DB-828222FD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1465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ummary-tf">
            <a:extLst xmlns:a="http://schemas.openxmlformats.org/drawingml/2006/main">
              <a:ext uri="{FF2B5EF4-FFF2-40B4-BE49-F238E27FC236}">
                <a16:creationId xmlns:a16="http://schemas.microsoft.com/office/drawing/2014/main" id="{08D75A20-8971-4438-863E-4A04764D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TF</a:t>
            </a:r>
          </a:p>
        </p:txBody>
      </p:sp>
      <p:sp>
        <p:nvSpPr>
          <p:cNvPr id="26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EF9F96A4-3D0E-441F-9E68-219EDC89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624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004C"/>
                </a:solidFill>
              </a:defRPr>
            </a:pPr>
            <a:r>
              <a:rPr sz="1650" b="1">
                <a:solidFill>
                  <a:srgbClr val="1F004C"/>
                </a:solidFill>
              </a:rPr>
              <a:t>Preparation Summary</a:t>
            </a:r>
          </a:p>
        </p:txBody>
      </p:sp>
      <p:sp>
        <p:nvSpPr>
          <p:cNvPr id="27" name="summary-card">
            <a:extLst xmlns:a="http://schemas.openxmlformats.org/drawingml/2006/main">
              <a:ext uri="{FF2B5EF4-FFF2-40B4-BE49-F238E27FC236}">
                <a16:creationId xmlns:a16="http://schemas.microsoft.com/office/drawing/2014/main" id="{FF5CC60E-0929-4BB4-B3D0-9AC0A4CC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0900"/>
            <a:ext cx="66103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28" name="summary-pill-pill">
            <a:extLst xmlns:a="http://schemas.openxmlformats.org/drawingml/2006/main">
              <a:ext uri="{FF2B5EF4-FFF2-40B4-BE49-F238E27FC236}">
                <a16:creationId xmlns:a16="http://schemas.microsoft.com/office/drawing/2014/main" id="{A074E63E-235E-4F32-A7F3-72B46971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1524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ummary-pill-text">
            <a:extLst xmlns:a="http://schemas.openxmlformats.org/drawingml/2006/main">
              <a:ext uri="{FF2B5EF4-FFF2-40B4-BE49-F238E27FC236}">
                <a16:creationId xmlns:a16="http://schemas.microsoft.com/office/drawing/2014/main" id="{D33F607A-4F5D-4ACE-849B-341CE5E0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8F76"/>
                </a:solidFill>
              </a:defRPr>
            </a:pPr>
            <a:r>
              <a:rPr sz="900" b="1">
                <a:solidFill>
                  <a:srgbClr val="008F76"/>
                </a:solidFill>
              </a:rPr>
              <a:t>[Empfehlung / Fokus]</a:t>
            </a:r>
          </a:p>
        </p:txBody>
      </p:sp>
      <p:sp>
        <p:nvSpPr>
          <p:cNvPr id="30" name="summary-copy">
            <a:extLst xmlns:a="http://schemas.openxmlformats.org/drawingml/2006/main">
              <a:ext uri="{FF2B5EF4-FFF2-40B4-BE49-F238E27FC236}">
                <a16:creationId xmlns:a16="http://schemas.microsoft.com/office/drawing/2014/main" id="{8C97B535-FB10-47D4-95D8-F93485C5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622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004C"/>
                </a:solidFill>
              </a:defRPr>
            </a:pPr>
            <a:r>
              <a:rPr sz="1200">
                <a:solidFill>
                  <a:srgbClr val="1F004C"/>
                </a:solidFill>
              </a:rPr>
              <a:t>[Summary Text: konkrete rollenbezogene Kurzempfehlung fuer das Interview, inkl. Fokus auf Rolle, Teamfit, relevante Skills und offene Hypothesen.]</a:t>
            </a:r>
          </a:p>
        </p:txBody>
      </p:sp>
      <p:sp>
        <p:nvSpPr>
          <p:cNvPr id="31" name="summary-profile">
            <a:extLst xmlns:a="http://schemas.openxmlformats.org/drawingml/2006/main">
              <a:ext uri="{FF2B5EF4-FFF2-40B4-BE49-F238E27FC236}">
                <a16:creationId xmlns:a16="http://schemas.microsoft.com/office/drawing/2014/main" id="{A61766CC-C6C8-48EA-B7E4-868E45BB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6229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4A7A"/>
                </a:solidFill>
              </a:defRPr>
            </a:pPr>
            <a:r>
              <a:rPr sz="900">
                <a:solidFill>
                  <a:srgbClr val="5A4A7A"/>
                </a:solidFill>
              </a:rPr>
              <a:t>[Kurzprofil Candidate] Skills: [Skill 1], [Skill 2], [Skill 3], [Skill 4].</a:t>
            </a:r>
          </a:p>
        </p:txBody>
      </p:sp>
      <p:sp>
        <p:nvSpPr>
          <p:cNvPr id="32" name="questions-line-green">
            <a:extLst xmlns:a="http://schemas.openxmlformats.org/drawingml/2006/main">
              <a:ext uri="{FF2B5EF4-FFF2-40B4-BE49-F238E27FC236}">
                <a16:creationId xmlns:a16="http://schemas.microsoft.com/office/drawing/2014/main" id="{29C3D1F1-43F4-4A96-94D8-9FEA7192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220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questions-line-yellow">
            <a:extLst xmlns:a="http://schemas.openxmlformats.org/drawingml/2006/main">
              <a:ext uri="{FF2B5EF4-FFF2-40B4-BE49-F238E27FC236}">
                <a16:creationId xmlns:a16="http://schemas.microsoft.com/office/drawing/2014/main" id="{4ABA7C2C-7BB2-43DE-A1D7-3B0E292A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00" y="4629150"/>
            <a:ext cx="220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questions-line-coral">
            <a:extLst xmlns:a="http://schemas.openxmlformats.org/drawingml/2006/main">
              <a:ext uri="{FF2B5EF4-FFF2-40B4-BE49-F238E27FC236}">
                <a16:creationId xmlns:a16="http://schemas.microsoft.com/office/drawing/2014/main" id="{53C9AFA4-EEA7-42A0-99A1-C6EFC4ED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4629150"/>
            <a:ext cx="220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questions-icon">
            <a:extLst xmlns:a="http://schemas.openxmlformats.org/drawingml/2006/main">
              <a:ext uri="{FF2B5EF4-FFF2-40B4-BE49-F238E27FC236}">
                <a16:creationId xmlns:a16="http://schemas.microsoft.com/office/drawing/2014/main" id="{E6B0572C-0D14-4F75-9E0B-036FD25C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387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questions-tf">
            <a:extLst xmlns:a="http://schemas.openxmlformats.org/drawingml/2006/main">
              <a:ext uri="{FF2B5EF4-FFF2-40B4-BE49-F238E27FC236}">
                <a16:creationId xmlns:a16="http://schemas.microsoft.com/office/drawing/2014/main" id="{FB98BC71-A051-4702-824C-0CB09BCC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TF</a:t>
            </a:r>
          </a:p>
        </p:txBody>
      </p:sp>
      <p:sp>
        <p:nvSpPr>
          <p:cNvPr id="3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8AF335C4-13C7-4D0C-92C9-B08E676D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624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004C"/>
                </a:solidFill>
              </a:defRPr>
            </a:pPr>
            <a:r>
              <a:rPr sz="1650" b="1">
                <a:solidFill>
                  <a:srgbClr val="1F004C"/>
                </a:solidFill>
              </a:rPr>
              <a:t>Ausgewaehlte Fragen</a:t>
            </a:r>
          </a:p>
        </p:txBody>
      </p:sp>
      <p:sp>
        <p:nvSpPr>
          <p:cNvPr id="38" name="question-1-card">
            <a:extLst xmlns:a="http://schemas.openxmlformats.org/drawingml/2006/main">
              <a:ext uri="{FF2B5EF4-FFF2-40B4-BE49-F238E27FC236}">
                <a16:creationId xmlns:a16="http://schemas.microsoft.com/office/drawing/2014/main" id="{9D056847-AF5D-4CA3-8D67-FF5725BB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14950"/>
            <a:ext cx="32289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39" name="question-1-number-bg">
            <a:extLst xmlns:a="http://schemas.openxmlformats.org/drawingml/2006/main">
              <a:ext uri="{FF2B5EF4-FFF2-40B4-BE49-F238E27FC236}">
                <a16:creationId xmlns:a16="http://schemas.microsoft.com/office/drawing/2014/main" id="{40BBC8ED-6794-42D5-8011-1D95480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question-1-number">
            <a:extLst xmlns:a="http://schemas.openxmlformats.org/drawingml/2006/main">
              <a:ext uri="{FF2B5EF4-FFF2-40B4-BE49-F238E27FC236}">
                <a16:creationId xmlns:a16="http://schemas.microsoft.com/office/drawing/2014/main" id="{AF423DDC-6167-4F2B-AE70-33CB5264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149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1</a:t>
            </a:r>
          </a:p>
        </p:txBody>
      </p:sp>
      <p:sp>
        <p:nvSpPr>
          <p:cNvPr id="41" name="question-1-text">
            <a:extLst xmlns:a="http://schemas.openxmlformats.org/drawingml/2006/main">
              <a:ext uri="{FF2B5EF4-FFF2-40B4-BE49-F238E27FC236}">
                <a16:creationId xmlns:a16="http://schemas.microsoft.com/office/drawing/2014/main" id="{13F92C8D-EC4B-4EC5-B4C1-5175B0A8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[Frage 1] - [personalisierte Interviewfrage mit ausreichend Textlaenge]</a:t>
            </a:r>
          </a:p>
        </p:txBody>
      </p:sp>
      <p:sp>
        <p:nvSpPr>
          <p:cNvPr id="42" name="question-1-why">
            <a:extLst xmlns:a="http://schemas.openxmlformats.org/drawingml/2006/main">
              <a:ext uri="{FF2B5EF4-FFF2-40B4-BE49-F238E27FC236}">
                <a16:creationId xmlns:a16="http://schemas.microsoft.com/office/drawing/2014/main" id="{D2ED9E12-9637-48A0-8901-F2DE03E3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2619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4A7A"/>
                </a:solidFill>
              </a:defRPr>
            </a:pPr>
            <a:r>
              <a:rPr sz="825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43" name="question-1-source">
            <a:extLst xmlns:a="http://schemas.openxmlformats.org/drawingml/2006/main">
              <a:ext uri="{FF2B5EF4-FFF2-40B4-BE49-F238E27FC236}">
                <a16:creationId xmlns:a16="http://schemas.microsoft.com/office/drawing/2014/main" id="{DEC67876-3286-42CD-BB49-8F8E2C61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2619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8F76"/>
                </a:solidFill>
              </a:defRPr>
            </a:pPr>
            <a:r>
              <a:rPr sz="750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44" name="question-2-card">
            <a:extLst xmlns:a="http://schemas.openxmlformats.org/drawingml/2006/main">
              <a:ext uri="{FF2B5EF4-FFF2-40B4-BE49-F238E27FC236}">
                <a16:creationId xmlns:a16="http://schemas.microsoft.com/office/drawing/2014/main" id="{2CA7D002-D40C-413B-AD12-81E48764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32289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45" name="question-2-number-bg">
            <a:extLst xmlns:a="http://schemas.openxmlformats.org/drawingml/2006/main">
              <a:ext uri="{FF2B5EF4-FFF2-40B4-BE49-F238E27FC236}">
                <a16:creationId xmlns:a16="http://schemas.microsoft.com/office/drawing/2014/main" id="{9459A762-FCDC-419F-9E7C-B7624C07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question-2-number">
            <a:extLst xmlns:a="http://schemas.openxmlformats.org/drawingml/2006/main">
              <a:ext uri="{FF2B5EF4-FFF2-40B4-BE49-F238E27FC236}">
                <a16:creationId xmlns:a16="http://schemas.microsoft.com/office/drawing/2014/main" id="{04A38E06-D5CB-4E87-A64B-94E071C7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63912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2</a:t>
            </a:r>
          </a:p>
        </p:txBody>
      </p:sp>
      <p:sp>
        <p:nvSpPr>
          <p:cNvPr id="47" name="question-2-text">
            <a:extLst xmlns:a="http://schemas.openxmlformats.org/drawingml/2006/main">
              <a:ext uri="{FF2B5EF4-FFF2-40B4-BE49-F238E27FC236}">
                <a16:creationId xmlns:a16="http://schemas.microsoft.com/office/drawing/2014/main" id="{1037A167-76A8-4043-BA8E-495E28D9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3246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[Frage 2] - [personalisierte Interviewfrage mit ausreichend Textlaenge]</a:t>
            </a:r>
          </a:p>
        </p:txBody>
      </p:sp>
      <p:sp>
        <p:nvSpPr>
          <p:cNvPr id="48" name="question-2-why">
            <a:extLst xmlns:a="http://schemas.openxmlformats.org/drawingml/2006/main">
              <a:ext uri="{FF2B5EF4-FFF2-40B4-BE49-F238E27FC236}">
                <a16:creationId xmlns:a16="http://schemas.microsoft.com/office/drawing/2014/main" id="{047E8ECE-79D9-4526-9C3E-92B34C5B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648450"/>
            <a:ext cx="2619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4A7A"/>
                </a:solidFill>
              </a:defRPr>
            </a:pPr>
            <a:r>
              <a:rPr sz="825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49" name="question-2-source">
            <a:extLst xmlns:a="http://schemas.openxmlformats.org/drawingml/2006/main">
              <a:ext uri="{FF2B5EF4-FFF2-40B4-BE49-F238E27FC236}">
                <a16:creationId xmlns:a16="http://schemas.microsoft.com/office/drawing/2014/main" id="{F42EBC9A-E29D-4412-A3DB-D9A93F7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00850"/>
            <a:ext cx="2619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8F76"/>
                </a:solidFill>
              </a:defRPr>
            </a:pPr>
            <a:r>
              <a:rPr sz="750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50" name="question-3-card">
            <a:extLst xmlns:a="http://schemas.openxmlformats.org/drawingml/2006/main">
              <a:ext uri="{FF2B5EF4-FFF2-40B4-BE49-F238E27FC236}">
                <a16:creationId xmlns:a16="http://schemas.microsoft.com/office/drawing/2014/main" id="{D64041C8-7B0B-46F3-AEFD-D042DB8D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67550"/>
            <a:ext cx="32289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51" name="question-3-number-bg">
            <a:extLst xmlns:a="http://schemas.openxmlformats.org/drawingml/2006/main">
              <a:ext uri="{FF2B5EF4-FFF2-40B4-BE49-F238E27FC236}">
                <a16:creationId xmlns:a16="http://schemas.microsoft.com/office/drawing/2014/main" id="{E85EBC89-8C96-4FE9-8DCF-C7C94596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2009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question-3-number">
            <a:extLst xmlns:a="http://schemas.openxmlformats.org/drawingml/2006/main">
              <a:ext uri="{FF2B5EF4-FFF2-40B4-BE49-F238E27FC236}">
                <a16:creationId xmlns:a16="http://schemas.microsoft.com/office/drawing/2014/main" id="{187DA948-D0EE-485A-A690-E80759C2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72675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3</a:t>
            </a:r>
          </a:p>
        </p:txBody>
      </p:sp>
      <p:sp>
        <p:nvSpPr>
          <p:cNvPr id="53" name="question-3-text">
            <a:extLst xmlns:a="http://schemas.openxmlformats.org/drawingml/2006/main">
              <a:ext uri="{FF2B5EF4-FFF2-40B4-BE49-F238E27FC236}">
                <a16:creationId xmlns:a16="http://schemas.microsoft.com/office/drawing/2014/main" id="{BC2328C2-A867-4586-8FF3-C436A29C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009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[Frage 3] - [personalisierte Interviewfrage mit ausreichend Textlaenge]</a:t>
            </a:r>
          </a:p>
        </p:txBody>
      </p:sp>
      <p:sp>
        <p:nvSpPr>
          <p:cNvPr id="54" name="question-3-why">
            <a:extLst xmlns:a="http://schemas.openxmlformats.org/drawingml/2006/main">
              <a:ext uri="{FF2B5EF4-FFF2-40B4-BE49-F238E27FC236}">
                <a16:creationId xmlns:a16="http://schemas.microsoft.com/office/drawing/2014/main" id="{04AE2D88-19F8-4EA2-858C-5F7581C2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24750"/>
            <a:ext cx="2619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4A7A"/>
                </a:solidFill>
              </a:defRPr>
            </a:pPr>
            <a:r>
              <a:rPr sz="825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55" name="question-3-source">
            <a:extLst xmlns:a="http://schemas.openxmlformats.org/drawingml/2006/main">
              <a:ext uri="{FF2B5EF4-FFF2-40B4-BE49-F238E27FC236}">
                <a16:creationId xmlns:a16="http://schemas.microsoft.com/office/drawing/2014/main" id="{B1BB9474-3759-4B8A-BB08-70E784B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77150"/>
            <a:ext cx="2619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8F76"/>
                </a:solidFill>
              </a:defRPr>
            </a:pPr>
            <a:r>
              <a:rPr sz="750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56" name="question-4-card">
            <a:extLst xmlns:a="http://schemas.openxmlformats.org/drawingml/2006/main">
              <a:ext uri="{FF2B5EF4-FFF2-40B4-BE49-F238E27FC236}">
                <a16:creationId xmlns:a16="http://schemas.microsoft.com/office/drawing/2014/main" id="{B5B6830B-EC53-49DB-9846-19C5E43A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314950"/>
            <a:ext cx="32289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57" name="question-4-number-bg">
            <a:extLst xmlns:a="http://schemas.openxmlformats.org/drawingml/2006/main">
              <a:ext uri="{FF2B5EF4-FFF2-40B4-BE49-F238E27FC236}">
                <a16:creationId xmlns:a16="http://schemas.microsoft.com/office/drawing/2014/main" id="{98BA62E3-C137-4CE3-8FB1-CAE4EB1E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54483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question-4-number">
            <a:extLst xmlns:a="http://schemas.openxmlformats.org/drawingml/2006/main">
              <a:ext uri="{FF2B5EF4-FFF2-40B4-BE49-F238E27FC236}">
                <a16:creationId xmlns:a16="http://schemas.microsoft.com/office/drawing/2014/main" id="{5964704C-8FE2-4D9D-9312-ACA44BC2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5149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4</a:t>
            </a:r>
          </a:p>
        </p:txBody>
      </p:sp>
      <p:sp>
        <p:nvSpPr>
          <p:cNvPr id="59" name="question-4-text">
            <a:extLst xmlns:a="http://schemas.openxmlformats.org/drawingml/2006/main">
              <a:ext uri="{FF2B5EF4-FFF2-40B4-BE49-F238E27FC236}">
                <a16:creationId xmlns:a16="http://schemas.microsoft.com/office/drawing/2014/main" id="{C8BFE7F1-074B-44A6-94ED-E492A619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483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[Frage 4] - [personalisierte Interviewfrage mit ausreichend Textlaenge]</a:t>
            </a:r>
          </a:p>
        </p:txBody>
      </p:sp>
      <p:sp>
        <p:nvSpPr>
          <p:cNvPr id="60" name="question-4-why">
            <a:extLst xmlns:a="http://schemas.openxmlformats.org/drawingml/2006/main">
              <a:ext uri="{FF2B5EF4-FFF2-40B4-BE49-F238E27FC236}">
                <a16:creationId xmlns:a16="http://schemas.microsoft.com/office/drawing/2014/main" id="{97378B64-F566-40D0-B619-876AD17A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72150"/>
            <a:ext cx="2619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4A7A"/>
                </a:solidFill>
              </a:defRPr>
            </a:pPr>
            <a:r>
              <a:rPr sz="825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61" name="question-4-source">
            <a:extLst xmlns:a="http://schemas.openxmlformats.org/drawingml/2006/main">
              <a:ext uri="{FF2B5EF4-FFF2-40B4-BE49-F238E27FC236}">
                <a16:creationId xmlns:a16="http://schemas.microsoft.com/office/drawing/2014/main" id="{4E071CE9-154A-4D10-9480-5CE7867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924550"/>
            <a:ext cx="2619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8F76"/>
                </a:solidFill>
              </a:defRPr>
            </a:pPr>
            <a:r>
              <a:rPr sz="750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62" name="question-5-card">
            <a:extLst xmlns:a="http://schemas.openxmlformats.org/drawingml/2006/main">
              <a:ext uri="{FF2B5EF4-FFF2-40B4-BE49-F238E27FC236}">
                <a16:creationId xmlns:a16="http://schemas.microsoft.com/office/drawing/2014/main" id="{DD302958-F6F0-4389-93D0-CF52C8DF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191250"/>
            <a:ext cx="32289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63" name="question-5-number-bg">
            <a:extLst xmlns:a="http://schemas.openxmlformats.org/drawingml/2006/main">
              <a:ext uri="{FF2B5EF4-FFF2-40B4-BE49-F238E27FC236}">
                <a16:creationId xmlns:a16="http://schemas.microsoft.com/office/drawing/2014/main" id="{D2F14147-9A73-4A56-9F21-3090037C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3246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question-5-number">
            <a:extLst xmlns:a="http://schemas.openxmlformats.org/drawingml/2006/main">
              <a:ext uri="{FF2B5EF4-FFF2-40B4-BE49-F238E27FC236}">
                <a16:creationId xmlns:a16="http://schemas.microsoft.com/office/drawing/2014/main" id="{156418B6-E631-466B-A862-C22E9187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3912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5</a:t>
            </a:r>
          </a:p>
        </p:txBody>
      </p:sp>
      <p:sp>
        <p:nvSpPr>
          <p:cNvPr id="65" name="question-5-text">
            <a:extLst xmlns:a="http://schemas.openxmlformats.org/drawingml/2006/main">
              <a:ext uri="{FF2B5EF4-FFF2-40B4-BE49-F238E27FC236}">
                <a16:creationId xmlns:a16="http://schemas.microsoft.com/office/drawing/2014/main" id="{3D8CEB81-43A5-48DB-9E77-F3DCD33D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3246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[Frage 5] - [personalisierte Interviewfrage mit ausreichend Textlaenge]</a:t>
            </a:r>
          </a:p>
        </p:txBody>
      </p:sp>
      <p:sp>
        <p:nvSpPr>
          <p:cNvPr id="66" name="question-5-why">
            <a:extLst xmlns:a="http://schemas.openxmlformats.org/drawingml/2006/main">
              <a:ext uri="{FF2B5EF4-FFF2-40B4-BE49-F238E27FC236}">
                <a16:creationId xmlns:a16="http://schemas.microsoft.com/office/drawing/2014/main" id="{AE002768-62E3-4C52-8D68-6E10EFA4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648450"/>
            <a:ext cx="2619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4A7A"/>
                </a:solidFill>
              </a:defRPr>
            </a:pPr>
            <a:r>
              <a:rPr sz="825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67" name="question-5-source">
            <a:extLst xmlns:a="http://schemas.openxmlformats.org/drawingml/2006/main">
              <a:ext uri="{FF2B5EF4-FFF2-40B4-BE49-F238E27FC236}">
                <a16:creationId xmlns:a16="http://schemas.microsoft.com/office/drawing/2014/main" id="{8BCDF056-1203-435B-9007-43A8B9B8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800850"/>
            <a:ext cx="2619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8F76"/>
                </a:solidFill>
              </a:defRPr>
            </a:pPr>
            <a:r>
              <a:rPr sz="750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68" name="question-6-card">
            <a:extLst xmlns:a="http://schemas.openxmlformats.org/drawingml/2006/main">
              <a:ext uri="{FF2B5EF4-FFF2-40B4-BE49-F238E27FC236}">
                <a16:creationId xmlns:a16="http://schemas.microsoft.com/office/drawing/2014/main" id="{A86E577E-EC2F-4E57-8126-088E423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067550"/>
            <a:ext cx="32289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69" name="question-6-number-bg">
            <a:extLst xmlns:a="http://schemas.openxmlformats.org/drawingml/2006/main">
              <a:ext uri="{FF2B5EF4-FFF2-40B4-BE49-F238E27FC236}">
                <a16:creationId xmlns:a16="http://schemas.microsoft.com/office/drawing/2014/main" id="{ACF71B3D-1C78-45B3-BBB4-D913ED34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72009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question-6-number">
            <a:extLst xmlns:a="http://schemas.openxmlformats.org/drawingml/2006/main">
              <a:ext uri="{FF2B5EF4-FFF2-40B4-BE49-F238E27FC236}">
                <a16:creationId xmlns:a16="http://schemas.microsoft.com/office/drawing/2014/main" id="{C34B39B4-5692-45FC-9B2D-45193778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2675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6</a:t>
            </a:r>
          </a:p>
        </p:txBody>
      </p:sp>
      <p:sp>
        <p:nvSpPr>
          <p:cNvPr id="71" name="question-6-text">
            <a:extLst xmlns:a="http://schemas.openxmlformats.org/drawingml/2006/main">
              <a:ext uri="{FF2B5EF4-FFF2-40B4-BE49-F238E27FC236}">
                <a16:creationId xmlns:a16="http://schemas.microsoft.com/office/drawing/2014/main" id="{8B41BC38-A4B2-4CF4-88F8-98005F30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2009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[Frage 6] - [personalisierte Interviewfrage mit ausreichend Textlaenge]</a:t>
            </a:r>
          </a:p>
        </p:txBody>
      </p:sp>
      <p:sp>
        <p:nvSpPr>
          <p:cNvPr id="72" name="question-6-why">
            <a:extLst xmlns:a="http://schemas.openxmlformats.org/drawingml/2006/main">
              <a:ext uri="{FF2B5EF4-FFF2-40B4-BE49-F238E27FC236}">
                <a16:creationId xmlns:a16="http://schemas.microsoft.com/office/drawing/2014/main" id="{C0983FD9-7F3B-4D15-9E88-C45E335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524750"/>
            <a:ext cx="2619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A4A7A"/>
                </a:solidFill>
              </a:defRPr>
            </a:pPr>
            <a:r>
              <a:rPr sz="825">
                <a:solidFill>
                  <a:srgbClr val="5A4A7A"/>
                </a:solidFill>
              </a:rPr>
              <a:t>[Warum diese Frage / Signal]</a:t>
            </a:r>
          </a:p>
        </p:txBody>
      </p:sp>
      <p:sp>
        <p:nvSpPr>
          <p:cNvPr id="73" name="question-6-source">
            <a:extLst xmlns:a="http://schemas.openxmlformats.org/drawingml/2006/main">
              <a:ext uri="{FF2B5EF4-FFF2-40B4-BE49-F238E27FC236}">
                <a16:creationId xmlns:a16="http://schemas.microsoft.com/office/drawing/2014/main" id="{5C915832-4C06-486F-94A5-3E6A9620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7677150"/>
            <a:ext cx="26193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8F76"/>
                </a:solidFill>
              </a:defRPr>
            </a:pPr>
            <a:r>
              <a:rPr sz="750">
                <a:solidFill>
                  <a:srgbClr val="008F76"/>
                </a:solidFill>
              </a:rPr>
              <a:t>[Quelle / Referenz]</a:t>
            </a:r>
          </a:p>
        </p:txBody>
      </p:sp>
      <p:sp>
        <p:nvSpPr>
          <p:cNvPr id="74" name="risks-line-green">
            <a:extLst xmlns:a="http://schemas.openxmlformats.org/drawingml/2006/main">
              <a:ext uri="{FF2B5EF4-FFF2-40B4-BE49-F238E27FC236}">
                <a16:creationId xmlns:a16="http://schemas.microsoft.com/office/drawing/2014/main" id="{0FB2CA97-2FA5-4DB4-8D80-E62DF847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210550"/>
            <a:ext cx="107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risks-line-yellow">
            <a:extLst xmlns:a="http://schemas.openxmlformats.org/drawingml/2006/main">
              <a:ext uri="{FF2B5EF4-FFF2-40B4-BE49-F238E27FC236}">
                <a16:creationId xmlns:a16="http://schemas.microsoft.com/office/drawing/2014/main" id="{7E99374C-AF22-4850-97E6-6756F05B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750" y="8210550"/>
            <a:ext cx="107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risks-line-coral">
            <a:extLst xmlns:a="http://schemas.openxmlformats.org/drawingml/2006/main">
              <a:ext uri="{FF2B5EF4-FFF2-40B4-BE49-F238E27FC236}">
                <a16:creationId xmlns:a16="http://schemas.microsoft.com/office/drawing/2014/main" id="{87ED3A01-B367-48E2-AFA1-D58D9FDB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50" y="8210550"/>
            <a:ext cx="107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risks-icon">
            <a:extLst xmlns:a="http://schemas.openxmlformats.org/drawingml/2006/main">
              <a:ext uri="{FF2B5EF4-FFF2-40B4-BE49-F238E27FC236}">
                <a16:creationId xmlns:a16="http://schemas.microsoft.com/office/drawing/2014/main" id="{0543F80B-063A-4BA8-AD14-FBB286A1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4201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risks-tf">
            <a:extLst xmlns:a="http://schemas.openxmlformats.org/drawingml/2006/main">
              <a:ext uri="{FF2B5EF4-FFF2-40B4-BE49-F238E27FC236}">
                <a16:creationId xmlns:a16="http://schemas.microsoft.com/office/drawing/2014/main" id="{D03BF6A7-47D8-4196-B075-819FAB0F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4772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TF</a:t>
            </a:r>
          </a:p>
        </p:txBody>
      </p:sp>
      <p:sp>
        <p:nvSpPr>
          <p:cNvPr id="79" name="risks-title">
            <a:extLst xmlns:a="http://schemas.openxmlformats.org/drawingml/2006/main">
              <a:ext uri="{FF2B5EF4-FFF2-40B4-BE49-F238E27FC236}">
                <a16:creationId xmlns:a16="http://schemas.microsoft.com/office/drawing/2014/main" id="{6D523198-08EE-4AE5-953C-036F8378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4201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004C"/>
                </a:solidFill>
              </a:defRPr>
            </a:pPr>
            <a:r>
              <a:rPr sz="1650" b="1">
                <a:solidFill>
                  <a:srgbClr val="1F004C"/>
                </a:solidFill>
              </a:rPr>
              <a:t>Zu verifizieren</a:t>
            </a:r>
          </a:p>
        </p:txBody>
      </p:sp>
      <p:sp>
        <p:nvSpPr>
          <p:cNvPr id="80" name="risk-1-card">
            <a:extLst xmlns:a="http://schemas.openxmlformats.org/drawingml/2006/main">
              <a:ext uri="{FF2B5EF4-FFF2-40B4-BE49-F238E27FC236}">
                <a16:creationId xmlns:a16="http://schemas.microsoft.com/office/drawing/2014/main" id="{A55BA552-995D-4863-87B9-AC0B8166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89635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AE8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81" name="risk-1-bang">
            <a:extLst xmlns:a="http://schemas.openxmlformats.org/drawingml/2006/main">
              <a:ext uri="{FF2B5EF4-FFF2-40B4-BE49-F238E27FC236}">
                <a16:creationId xmlns:a16="http://schemas.microsoft.com/office/drawing/2014/main" id="{BB889266-80DA-475F-BE66-A4737168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8207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6A00"/>
                </a:solidFill>
              </a:defRPr>
            </a:pPr>
            <a:r>
              <a:rPr sz="1050" b="1">
                <a:solidFill>
                  <a:srgbClr val="8A6A00"/>
                </a:solidFill>
              </a:rPr>
              <a:t>!</a:t>
            </a:r>
          </a:p>
        </p:txBody>
      </p:sp>
      <p:sp>
        <p:nvSpPr>
          <p:cNvPr id="82" name="risk-1-copy">
            <a:extLst xmlns:a="http://schemas.openxmlformats.org/drawingml/2006/main">
              <a:ext uri="{FF2B5EF4-FFF2-40B4-BE49-F238E27FC236}">
                <a16:creationId xmlns:a16="http://schemas.microsoft.com/office/drawing/2014/main" id="{D19AA5DC-3FD6-45EA-BB32-03FEAE73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9160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F004C"/>
                </a:solidFill>
              </a:defRPr>
            </a:pPr>
            <a:r>
              <a:rPr sz="825">
                <a:solidFill>
                  <a:srgbClr val="1F004C"/>
                </a:solidFill>
              </a:rPr>
              <a:t>[Offenes Risiko / Hypothese 1] - im Interview konkret pruefen.</a:t>
            </a:r>
          </a:p>
        </p:txBody>
      </p:sp>
      <p:sp>
        <p:nvSpPr>
          <p:cNvPr id="83" name="risk-2-card">
            <a:extLst xmlns:a="http://schemas.openxmlformats.org/drawingml/2006/main">
              <a:ext uri="{FF2B5EF4-FFF2-40B4-BE49-F238E27FC236}">
                <a16:creationId xmlns:a16="http://schemas.microsoft.com/office/drawing/2014/main" id="{DFC77C97-D290-4E29-BE92-3A496D05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24975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AE8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84" name="risk-2-bang">
            <a:extLst xmlns:a="http://schemas.openxmlformats.org/drawingml/2006/main">
              <a:ext uri="{FF2B5EF4-FFF2-40B4-BE49-F238E27FC236}">
                <a16:creationId xmlns:a16="http://schemas.microsoft.com/office/drawing/2014/main" id="{6F8BB549-DA33-4552-B3D6-4CDE877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10700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6A00"/>
                </a:solidFill>
              </a:defRPr>
            </a:pPr>
            <a:r>
              <a:rPr sz="1050" b="1">
                <a:solidFill>
                  <a:srgbClr val="8A6A00"/>
                </a:solidFill>
              </a:rPr>
              <a:t>!</a:t>
            </a:r>
          </a:p>
        </p:txBody>
      </p:sp>
      <p:sp>
        <p:nvSpPr>
          <p:cNvPr id="85" name="risk-2-copy">
            <a:extLst xmlns:a="http://schemas.openxmlformats.org/drawingml/2006/main">
              <a:ext uri="{FF2B5EF4-FFF2-40B4-BE49-F238E27FC236}">
                <a16:creationId xmlns:a16="http://schemas.microsoft.com/office/drawing/2014/main" id="{5A28ADA9-0153-40F7-B048-83CC5D65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20225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F004C"/>
                </a:solidFill>
              </a:defRPr>
            </a:pPr>
            <a:r>
              <a:rPr sz="825">
                <a:solidFill>
                  <a:srgbClr val="1F004C"/>
                </a:solidFill>
              </a:rPr>
              <a:t>[Offenes Risiko / Hypothese 2] - im Interview konkret pruefen.</a:t>
            </a:r>
          </a:p>
        </p:txBody>
      </p:sp>
      <p:sp>
        <p:nvSpPr>
          <p:cNvPr id="86" name="risk-3-card">
            <a:extLst xmlns:a="http://schemas.openxmlformats.org/drawingml/2006/main">
              <a:ext uri="{FF2B5EF4-FFF2-40B4-BE49-F238E27FC236}">
                <a16:creationId xmlns:a16="http://schemas.microsoft.com/office/drawing/2014/main" id="{7077BD3B-77EB-483D-A3B6-8FB4B551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53600"/>
            <a:ext cx="3238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AE8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87" name="risk-3-bang">
            <a:extLst xmlns:a="http://schemas.openxmlformats.org/drawingml/2006/main">
              <a:ext uri="{FF2B5EF4-FFF2-40B4-BE49-F238E27FC236}">
                <a16:creationId xmlns:a16="http://schemas.microsoft.com/office/drawing/2014/main" id="{2B7D2B65-B282-4BC0-83DA-BC7DDC07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839325"/>
            <a:ext cx="9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A6A00"/>
                </a:solidFill>
              </a:defRPr>
            </a:pPr>
            <a:r>
              <a:rPr sz="1050" b="1">
                <a:solidFill>
                  <a:srgbClr val="8A6A00"/>
                </a:solidFill>
              </a:rPr>
              <a:t>!</a:t>
            </a:r>
          </a:p>
        </p:txBody>
      </p:sp>
      <p:sp>
        <p:nvSpPr>
          <p:cNvPr id="88" name="risk-3-copy">
            <a:extLst xmlns:a="http://schemas.openxmlformats.org/drawingml/2006/main">
              <a:ext uri="{FF2B5EF4-FFF2-40B4-BE49-F238E27FC236}">
                <a16:creationId xmlns:a16="http://schemas.microsoft.com/office/drawing/2014/main" id="{2F38F7FD-F67F-4945-9727-9B30721E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848850"/>
            <a:ext cx="2762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F004C"/>
                </a:solidFill>
              </a:defRPr>
            </a:pPr>
            <a:r>
              <a:rPr sz="825">
                <a:solidFill>
                  <a:srgbClr val="1F004C"/>
                </a:solidFill>
              </a:rPr>
              <a:t>[Offenes Risiko / Hypothese 3] - im Interview konkret pruefen.</a:t>
            </a:r>
          </a:p>
        </p:txBody>
      </p:sp>
      <p:sp>
        <p:nvSpPr>
          <p:cNvPr id="89" name="panel-line-green">
            <a:extLst xmlns:a="http://schemas.openxmlformats.org/drawingml/2006/main">
              <a:ext uri="{FF2B5EF4-FFF2-40B4-BE49-F238E27FC236}">
                <a16:creationId xmlns:a16="http://schemas.microsoft.com/office/drawing/2014/main" id="{18373C4C-1316-4EBF-A7B8-F0F0633D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210550"/>
            <a:ext cx="106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E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anel-line-yellow">
            <a:extLst xmlns:a="http://schemas.openxmlformats.org/drawingml/2006/main">
              <a:ext uri="{FF2B5EF4-FFF2-40B4-BE49-F238E27FC236}">
                <a16:creationId xmlns:a16="http://schemas.microsoft.com/office/drawing/2014/main" id="{419C890E-2135-4FAE-BAF9-C8607D9E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700" y="8210550"/>
            <a:ext cx="106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anel-line-coral">
            <a:extLst xmlns:a="http://schemas.openxmlformats.org/drawingml/2006/main">
              <a:ext uri="{FF2B5EF4-FFF2-40B4-BE49-F238E27FC236}">
                <a16:creationId xmlns:a16="http://schemas.microsoft.com/office/drawing/2014/main" id="{E7FD1AC8-0B4C-4F4C-9BD7-001F6A0D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150" y="8210550"/>
            <a:ext cx="106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anel-icon">
            <a:extLst xmlns:a="http://schemas.openxmlformats.org/drawingml/2006/main">
              <a:ext uri="{FF2B5EF4-FFF2-40B4-BE49-F238E27FC236}">
                <a16:creationId xmlns:a16="http://schemas.microsoft.com/office/drawing/2014/main" id="{F95B597F-1B0B-4340-B84B-52BDD148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420100"/>
            <a:ext cx="266700" cy="2667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F3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anel-tf">
            <a:extLst xmlns:a="http://schemas.openxmlformats.org/drawingml/2006/main">
              <a:ext uri="{FF2B5EF4-FFF2-40B4-BE49-F238E27FC236}">
                <a16:creationId xmlns:a16="http://schemas.microsoft.com/office/drawing/2014/main" id="{9C4B5AE6-1C6D-4187-94BE-14DD94D1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8477250"/>
            <a:ext cx="209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854BFF"/>
                </a:solidFill>
              </a:defRPr>
            </a:pPr>
            <a:r>
              <a:rPr sz="750" b="1">
                <a:solidFill>
                  <a:srgbClr val="854BFF"/>
                </a:solidFill>
              </a:rPr>
              <a:t>TF</a:t>
            </a:r>
          </a:p>
        </p:txBody>
      </p:sp>
      <p:sp>
        <p:nvSpPr>
          <p:cNvPr id="94" name="panel-title">
            <a:extLst xmlns:a="http://schemas.openxmlformats.org/drawingml/2006/main">
              <a:ext uri="{FF2B5EF4-FFF2-40B4-BE49-F238E27FC236}">
                <a16:creationId xmlns:a16="http://schemas.microsoft.com/office/drawing/2014/main" id="{F618252E-40D9-483E-9126-FC43D22B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4201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F004C"/>
                </a:solidFill>
              </a:defRPr>
            </a:pPr>
            <a:r>
              <a:rPr sz="1650" b="1">
                <a:solidFill>
                  <a:srgbClr val="1F004C"/>
                </a:solidFill>
              </a:rPr>
              <a:t>Panel</a:t>
            </a:r>
          </a:p>
        </p:txBody>
      </p:sp>
      <p:sp>
        <p:nvSpPr>
          <p:cNvPr id="95" name="panel-1-card">
            <a:extLst xmlns:a="http://schemas.openxmlformats.org/drawingml/2006/main">
              <a:ext uri="{FF2B5EF4-FFF2-40B4-BE49-F238E27FC236}">
                <a16:creationId xmlns:a16="http://schemas.microsoft.com/office/drawing/2014/main" id="{8D79CD12-A86F-43FD-840F-9C79C9EE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896350"/>
            <a:ext cx="1533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96" name="panel-1-role-pill">
            <a:extLst xmlns:a="http://schemas.openxmlformats.org/drawingml/2006/main">
              <a:ext uri="{FF2B5EF4-FFF2-40B4-BE49-F238E27FC236}">
                <a16:creationId xmlns:a16="http://schemas.microsoft.com/office/drawing/2014/main" id="{251F5421-A767-4B97-B177-F97E2FEF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8982075"/>
            <a:ext cx="13049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anel-1-role-text">
            <a:extLst xmlns:a="http://schemas.openxmlformats.org/drawingml/2006/main">
              <a:ext uri="{FF2B5EF4-FFF2-40B4-BE49-F238E27FC236}">
                <a16:creationId xmlns:a16="http://schemas.microsoft.com/office/drawing/2014/main" id="{60A34640-0D91-41D7-AE25-2F6EA02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9020175"/>
            <a:ext cx="1076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[Rolle 1]</a:t>
            </a:r>
          </a:p>
        </p:txBody>
      </p:sp>
      <p:sp>
        <p:nvSpPr>
          <p:cNvPr id="98" name="panel-1-name">
            <a:extLst xmlns:a="http://schemas.openxmlformats.org/drawingml/2006/main">
              <a:ext uri="{FF2B5EF4-FFF2-40B4-BE49-F238E27FC236}">
                <a16:creationId xmlns:a16="http://schemas.microsoft.com/office/drawing/2014/main" id="{E4C3929C-D99E-4E42-BCCE-21D836A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9220200"/>
            <a:ext cx="1304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[Name 1]</a:t>
            </a:r>
          </a:p>
        </p:txBody>
      </p:sp>
      <p:sp>
        <p:nvSpPr>
          <p:cNvPr id="99" name="panel-1-focus">
            <a:extLst xmlns:a="http://schemas.openxmlformats.org/drawingml/2006/main">
              <a:ext uri="{FF2B5EF4-FFF2-40B4-BE49-F238E27FC236}">
                <a16:creationId xmlns:a16="http://schemas.microsoft.com/office/drawing/2014/main" id="{6972B468-C6D6-4D72-AE74-5EC40A00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9363075"/>
            <a:ext cx="1304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A4A7A"/>
                </a:solidFill>
              </a:defRPr>
            </a:pPr>
            <a:r>
              <a:rPr sz="750">
                <a:solidFill>
                  <a:srgbClr val="5A4A7A"/>
                </a:solidFill>
              </a:rPr>
              <a:t>[Fokus 1]</a:t>
            </a:r>
          </a:p>
        </p:txBody>
      </p:sp>
      <p:sp>
        <p:nvSpPr>
          <p:cNvPr id="100" name="panel-2-card">
            <a:extLst xmlns:a="http://schemas.openxmlformats.org/drawingml/2006/main">
              <a:ext uri="{FF2B5EF4-FFF2-40B4-BE49-F238E27FC236}">
                <a16:creationId xmlns:a16="http://schemas.microsoft.com/office/drawing/2014/main" id="{4D8EF7E9-14ED-460C-B38A-9CAA9CF8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896350"/>
            <a:ext cx="1533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101" name="panel-2-role-pill">
            <a:extLst xmlns:a="http://schemas.openxmlformats.org/drawingml/2006/main">
              <a:ext uri="{FF2B5EF4-FFF2-40B4-BE49-F238E27FC236}">
                <a16:creationId xmlns:a16="http://schemas.microsoft.com/office/drawing/2014/main" id="{F2E606F4-3F59-43DC-931C-94281BE3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982075"/>
            <a:ext cx="13049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anel-2-role-text">
            <a:extLst xmlns:a="http://schemas.openxmlformats.org/drawingml/2006/main">
              <a:ext uri="{FF2B5EF4-FFF2-40B4-BE49-F238E27FC236}">
                <a16:creationId xmlns:a16="http://schemas.microsoft.com/office/drawing/2014/main" id="{F3137463-4819-4A1B-8847-13503170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020175"/>
            <a:ext cx="1076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[Rolle 2]</a:t>
            </a:r>
          </a:p>
        </p:txBody>
      </p:sp>
      <p:sp>
        <p:nvSpPr>
          <p:cNvPr id="103" name="panel-2-name">
            <a:extLst xmlns:a="http://schemas.openxmlformats.org/drawingml/2006/main">
              <a:ext uri="{FF2B5EF4-FFF2-40B4-BE49-F238E27FC236}">
                <a16:creationId xmlns:a16="http://schemas.microsoft.com/office/drawing/2014/main" id="{EC181EC0-1BD6-4312-AF25-F74E79F6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9220200"/>
            <a:ext cx="1304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[Name 2]</a:t>
            </a:r>
          </a:p>
        </p:txBody>
      </p:sp>
      <p:sp>
        <p:nvSpPr>
          <p:cNvPr id="104" name="panel-2-focus">
            <a:extLst xmlns:a="http://schemas.openxmlformats.org/drawingml/2006/main">
              <a:ext uri="{FF2B5EF4-FFF2-40B4-BE49-F238E27FC236}">
                <a16:creationId xmlns:a16="http://schemas.microsoft.com/office/drawing/2014/main" id="{60040635-505D-490C-BB23-43458AD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9363075"/>
            <a:ext cx="1304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A4A7A"/>
                </a:solidFill>
              </a:defRPr>
            </a:pPr>
            <a:r>
              <a:rPr sz="750">
                <a:solidFill>
                  <a:srgbClr val="5A4A7A"/>
                </a:solidFill>
              </a:rPr>
              <a:t>[Fokus 2]</a:t>
            </a:r>
          </a:p>
        </p:txBody>
      </p:sp>
      <p:sp>
        <p:nvSpPr>
          <p:cNvPr id="105" name="panel-3-card">
            <a:extLst xmlns:a="http://schemas.openxmlformats.org/drawingml/2006/main">
              <a:ext uri="{FF2B5EF4-FFF2-40B4-BE49-F238E27FC236}">
                <a16:creationId xmlns:a16="http://schemas.microsoft.com/office/drawing/2014/main" id="{20019D62-047B-45B3-BA48-482E6382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601200"/>
            <a:ext cx="1533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106" name="panel-3-role-pill">
            <a:extLst xmlns:a="http://schemas.openxmlformats.org/drawingml/2006/main">
              <a:ext uri="{FF2B5EF4-FFF2-40B4-BE49-F238E27FC236}">
                <a16:creationId xmlns:a16="http://schemas.microsoft.com/office/drawing/2014/main" id="{8F049626-17CE-41DF-8BD6-51ECE7DB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9686925"/>
            <a:ext cx="13049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anel-3-role-text">
            <a:extLst xmlns:a="http://schemas.openxmlformats.org/drawingml/2006/main">
              <a:ext uri="{FF2B5EF4-FFF2-40B4-BE49-F238E27FC236}">
                <a16:creationId xmlns:a16="http://schemas.microsoft.com/office/drawing/2014/main" id="{0037974F-B2F8-413D-8E10-3EFDD638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9725025"/>
            <a:ext cx="1076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[Rolle 3]</a:t>
            </a:r>
          </a:p>
        </p:txBody>
      </p:sp>
      <p:sp>
        <p:nvSpPr>
          <p:cNvPr id="108" name="panel-3-name">
            <a:extLst xmlns:a="http://schemas.openxmlformats.org/drawingml/2006/main">
              <a:ext uri="{FF2B5EF4-FFF2-40B4-BE49-F238E27FC236}">
                <a16:creationId xmlns:a16="http://schemas.microsoft.com/office/drawing/2014/main" id="{DFCB2EF3-2102-4CF8-B399-4C6A8335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9925050"/>
            <a:ext cx="1304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[Name 3]</a:t>
            </a:r>
          </a:p>
        </p:txBody>
      </p:sp>
      <p:sp>
        <p:nvSpPr>
          <p:cNvPr id="109" name="panel-3-focus">
            <a:extLst xmlns:a="http://schemas.openxmlformats.org/drawingml/2006/main">
              <a:ext uri="{FF2B5EF4-FFF2-40B4-BE49-F238E27FC236}">
                <a16:creationId xmlns:a16="http://schemas.microsoft.com/office/drawing/2014/main" id="{974633D2-7703-47CC-B49B-39248048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0067925"/>
            <a:ext cx="1304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A4A7A"/>
                </a:solidFill>
              </a:defRPr>
            </a:pPr>
            <a:r>
              <a:rPr sz="750">
                <a:solidFill>
                  <a:srgbClr val="5A4A7A"/>
                </a:solidFill>
              </a:rPr>
              <a:t>[Fokus 3]</a:t>
            </a:r>
          </a:p>
        </p:txBody>
      </p:sp>
      <p:sp>
        <p:nvSpPr>
          <p:cNvPr id="110" name="panel-4-card">
            <a:extLst xmlns:a="http://schemas.openxmlformats.org/drawingml/2006/main">
              <a:ext uri="{FF2B5EF4-FFF2-40B4-BE49-F238E27FC236}">
                <a16:creationId xmlns:a16="http://schemas.microsoft.com/office/drawing/2014/main" id="{32758A8F-7C30-4452-9600-C24F7F5F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9601200"/>
            <a:ext cx="15335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CE6F5"/>
            </a:solidFill>
            <a:prstDash val="solid"/>
          </a:ln>
        </p:spPr>
      </p:sp>
      <p:sp>
        <p:nvSpPr>
          <p:cNvPr id="111" name="panel-4-role-pill">
            <a:extLst xmlns:a="http://schemas.openxmlformats.org/drawingml/2006/main">
              <a:ext uri="{FF2B5EF4-FFF2-40B4-BE49-F238E27FC236}">
                <a16:creationId xmlns:a16="http://schemas.microsoft.com/office/drawing/2014/main" id="{78756AFF-42AC-4AD3-B2AC-E9FC3604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9686925"/>
            <a:ext cx="130492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anel-4-role-text">
            <a:extLst xmlns:a="http://schemas.openxmlformats.org/drawingml/2006/main">
              <a:ext uri="{FF2B5EF4-FFF2-40B4-BE49-F238E27FC236}">
                <a16:creationId xmlns:a16="http://schemas.microsoft.com/office/drawing/2014/main" id="{AABBE90C-C009-4B85-9B0F-4C5D3FD7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9725025"/>
            <a:ext cx="10763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54BFF"/>
                </a:solidFill>
              </a:defRPr>
            </a:pPr>
            <a:r>
              <a:rPr sz="900" b="1">
                <a:solidFill>
                  <a:srgbClr val="854BFF"/>
                </a:solidFill>
              </a:rPr>
              <a:t>[Rolle 4]</a:t>
            </a:r>
          </a:p>
        </p:txBody>
      </p:sp>
      <p:sp>
        <p:nvSpPr>
          <p:cNvPr id="113" name="panel-4-name">
            <a:extLst xmlns:a="http://schemas.openxmlformats.org/drawingml/2006/main">
              <a:ext uri="{FF2B5EF4-FFF2-40B4-BE49-F238E27FC236}">
                <a16:creationId xmlns:a16="http://schemas.microsoft.com/office/drawing/2014/main" id="{E31E51CA-6C71-4FFB-B536-8D81A2FA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9925050"/>
            <a:ext cx="13049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F004C"/>
                </a:solidFill>
              </a:defRPr>
            </a:pPr>
            <a:r>
              <a:rPr sz="975" b="1">
                <a:solidFill>
                  <a:srgbClr val="1F004C"/>
                </a:solidFill>
              </a:rPr>
              <a:t>[Name 4]</a:t>
            </a:r>
          </a:p>
        </p:txBody>
      </p:sp>
      <p:sp>
        <p:nvSpPr>
          <p:cNvPr id="114" name="panel-4-focus">
            <a:extLst xmlns:a="http://schemas.openxmlformats.org/drawingml/2006/main">
              <a:ext uri="{FF2B5EF4-FFF2-40B4-BE49-F238E27FC236}">
                <a16:creationId xmlns:a16="http://schemas.microsoft.com/office/drawing/2014/main" id="{599E09AE-CF8C-4769-9694-8AF7F1E4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0067925"/>
            <a:ext cx="13049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A4A7A"/>
                </a:solidFill>
              </a:defRPr>
            </a:pPr>
            <a:r>
              <a:rPr sz="750">
                <a:solidFill>
                  <a:srgbClr val="5A4A7A"/>
                </a:solidFill>
              </a:rPr>
              <a:t>[Fokus 4]</a:t>
            </a:r>
          </a:p>
        </p:txBody>
      </p:sp>
      <p:sp>
        <p:nvSpPr>
          <p:cNvPr id="11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3E8B560-AC0F-4BBB-971E-FA0E1973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287000"/>
            <a:ext cx="661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13687ED-B9E9-460C-B2F7-D638AF3D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4108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4A7A"/>
                </a:solidFill>
              </a:defRPr>
            </a:pPr>
            <a:r>
              <a:rPr sz="900">
                <a:solidFill>
                  <a:srgbClr val="5A4A7A"/>
                </a:solidFill>
              </a:rPr>
              <a:t>TalentFlow - metafinanz</a:t>
            </a:r>
          </a:p>
        </p:txBody>
      </p:sp>
      <p:sp>
        <p:nvSpPr>
          <p:cNvPr id="1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FF36097-85D1-4CCB-A72D-C560A82E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04108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A4A7A"/>
                </a:solidFill>
              </a:defRPr>
            </a:pPr>
            <a:r>
              <a:rPr sz="900">
                <a:solidFill>
                  <a:srgbClr val="5A4A7A"/>
                </a:solidFill>
              </a:rPr>
              <a:t>1/1</a:t>
            </a:r>
          </a:p>
        </p:txBody>
      </p:sp>
    </p:spTree>
    <p:extLst>
      <p:ext uri="{BB962C8B-B14F-4D97-AF65-F5344CB8AC3E}">
        <p14:creationId xmlns:p14="http://schemas.microsoft.com/office/powerpoint/2010/main" val="674884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2026-07-01T21:05:35.1620000Z</dcterms:created>
  <dcterms:modified xsi:type="dcterms:W3CDTF">2026-07-01T21:05:35.1620000Z</dcterms:modified>
</coreProperties>
</file>